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0d5857d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0d5857d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d5857df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0d5857df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0d5857df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0d5857df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0d5857df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0d5857df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0d5857df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0d5857df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46025" y="104619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Runners Zinga presents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2576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Income Tax Fraud and Money Laundry Detection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37" y="160050"/>
            <a:ext cx="7880333" cy="473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5628"/>
            <a:ext cx="9144001" cy="3973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9850"/>
            <a:ext cx="8839200" cy="3853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063"/>
            <a:ext cx="91440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63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Application</a:t>
            </a:r>
            <a:r>
              <a:rPr lang="en-GB"/>
              <a:t> works on given mathematical formulas and algorithms to detect cash outflows and </a:t>
            </a:r>
            <a:r>
              <a:rPr lang="en-GB"/>
              <a:t>anomalies</a:t>
            </a:r>
            <a:r>
              <a:rPr lang="en-GB"/>
              <a:t> in requirements of the unit to find misguided cash demands.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